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95487" y="2126009"/>
            <a:ext cx="820102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Newsroom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90750" y="3269009"/>
            <a:ext cx="7810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Notizie intelligenti, automaticamente.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90750" y="4137570"/>
            <a:ext cx="7810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Autonomous Tech News Aggregator powered by LangGraph &amp; Claude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492400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33612"/>
            <a:ext cx="3492549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33612"/>
            <a:ext cx="3492400" cy="327466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692622" y="3386137"/>
            <a:ext cx="125015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Efficienza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01285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Niente più ore perse a cercare notizie tra feed rumorosi.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345757" y="3386137"/>
            <a:ext cx="150018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Intelligenza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40175" y="4012852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Claude seleziona e riassume solo l'essenziale per te.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339083" y="3386137"/>
            <a:ext cx="107013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Rapidità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18475" y="401285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Un digest automatico ogni mattina, pronto sul tuo Discord.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79575" y="26622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6622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4600" y="26622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Basta con lo scroll infinito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835771"/>
            <a:ext cx="52387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Digita </a:t>
            </a:r>
            <a:r>
              <a:rPr lang="en-US" sz="2100" b="0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!digest</a:t>
            </a:r>
            <a:r>
              <a:rPr lang="en-US" sz="21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nel canale Discord...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3452961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Selezione delle 8 notizie top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026247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Sintesi intelligente di 2-3 righe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52500" y="459953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Link diretti agli articoli originali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Comando &amp; Risultato Immediato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5296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2624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9953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5500" y="2122900"/>
            <a:ext cx="5762800" cy="40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492400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33612"/>
            <a:ext cx="3492549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33612"/>
            <a:ext cx="3492400" cy="327466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662618" y="3386137"/>
            <a:ext cx="131016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Fetching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401285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Monitoraggio di 50+ feed con deduplicazione automatica.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095726" y="3386137"/>
            <a:ext cx="2000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Summarizing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40175" y="401285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Claude API analizza il contenuto e genera i riassunti.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29045" y="3386137"/>
            <a:ext cx="169021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Formatting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18475" y="401285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Conversione in Discord embeds eleganti e navigabili.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7662" y="266223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6622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7450" y="266223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La logica dietro le quinte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762000"/>
            <a:ext cx="52006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Fetching &amp; Deduplica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64589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Il sistema scandisce costantemente HackerNews, Medium, Dev.to e molti altri.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750790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50+ Sorgenti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733651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 dati grezzi vengono puliti e filtrati per evitare doppioni, assicurando solo novità reali.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196587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197539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6381750" y="2725042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Claude 3 as the Engine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81750" y="3111549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Non usiamo semplici keyword-matching. Claude "legge" l'articolo e ne estrae il valore core in un linguaggio naturale.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81750" y="421644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Risultato: Sintesi di 2-3 righe che dicono tutto quello che serve sapere.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Summarization Intelligente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70087"/>
            <a:ext cx="5238750" cy="300171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2370087"/>
            <a:ext cx="550068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Discord Embed Cards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275659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Le notizie non sono semplice testo, ma card interattive progettate per la leggibilità.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379612"/>
            <a:ext cx="5219700" cy="298266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952500" y="3651944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Design mobile-responsive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52500" y="4225230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Highlight dei punti chiave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4798516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CTA per approfondimento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Elegante e Azionabile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5194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252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9851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1333500" y="2465337"/>
            <a:ext cx="685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LangGraph: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Orchestrazione modulare dei nodi AI per un flusso dati robusto.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333500" y="3373784"/>
            <a:ext cx="685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Claude 3: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Il modello linguistico d'avanguardia per sintesi di alta qualità.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333500" y="4282231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Discord.py: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Integrazione fluida e reattiva con la piattaforma social.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333500" y="4855517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Railway Deploy: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Infrastruttura cloud per operatività 24 ore su 24.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Il Cuore Tecnologico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4653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37378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28223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85551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456917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Da zero alla produzione in poche settimane con scalabilità infinita.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257844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€3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91194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COSTO MENSILE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381750" y="2578447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24/7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381750" y="3911947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OPERATIVITÀ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Economia della Soluzione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1766"/>
            <a:ext cx="34924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91766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991766"/>
            <a:ext cx="34924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484189" y="4563516"/>
            <a:ext cx="3667020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Finance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4950023"/>
            <a:ext cx="349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Analisi di mercati e trend finanziari in tempo reale.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262337" y="4563516"/>
            <a:ext cx="3667177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Legal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4349650" y="4950023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Monitoraggio di nuove leggi e sentenze rilevanti.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040640" y="4563516"/>
            <a:ext cx="3667020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DevOps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8127950" y="4950023"/>
            <a:ext cx="349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Alert su nuove vulnerabilità e update infrastrutturali.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001291"/>
            <a:ext cx="34733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9175" y="2001291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7475" y="2001291"/>
            <a:ext cx="34733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Versatilità e Scalabilità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2430541" y="1028848"/>
            <a:ext cx="733091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Valore di Mercato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2605087" y="2004119"/>
            <a:ext cx="69818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Versioni customizzate per agenzie e studi legali: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2605087" y="3253680"/>
            <a:ext cx="69818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9DFF22"/>
                </a:solidFill>
                <a:latin typeface="Inter"/>
                <a:ea typeface="Inter"/>
                <a:cs typeface="Inter"/>
                <a:sym typeface="Inter"/>
              </a:rPr>
              <a:t>€2k - €5k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605087" y="5234880"/>
            <a:ext cx="6981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Dimezza il tempo della daily news research oggi stesso.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3620690" y="1727894"/>
            <a:ext cx="495061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9DFF22"/>
                </a:solidFill>
                <a:latin typeface="Urbanist"/>
                <a:ea typeface="Urbanist"/>
                <a:cs typeface="Urbanist"/>
                <a:sym typeface="Urbanist"/>
              </a:rPr>
              <a:t>Domande?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3738562" y="3080444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AI Newsroom è Open Source.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3738562" y="4634805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Fully Autonomous. Smart News.</a:t>
            </a:r>
            <a:endParaRPr/>
          </a:p>
        </p:txBody>
      </p:sp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71787" y="3478410"/>
            <a:ext cx="6448426" cy="101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3167062" y="3773685"/>
            <a:ext cx="58578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 https://github.com/</a:t>
            </a:r>
            <a:r>
              <a:rPr lang="en-US" sz="2100" dirty="0">
                <a:solidFill>
                  <a:srgbClr val="00D2FF"/>
                </a:solidFill>
                <a:sym typeface="Space Grotesk"/>
              </a:rPr>
              <a:t>synthetix-flow</a:t>
            </a:r>
            <a:r>
              <a:rPr lang="en-US" sz="2100" dirty="0">
                <a:solidFill>
                  <a:srgbClr val="00D2FF"/>
                </a:solidFill>
              </a:rPr>
              <a:t>/</a:t>
            </a:r>
            <a:r>
              <a:rPr lang="en-US" sz="2100" b="0" i="0" u="none" strike="noStrike" cap="none" dirty="0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ai-newsroom</a:t>
            </a:r>
            <a:endParaRPr dirty="0"/>
          </a:p>
        </p:txBody>
      </p:sp>
      <p:pic>
        <p:nvPicPr>
          <p:cNvPr id="238" name="Google Shape;23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7062" y="3840360"/>
            <a:ext cx="2571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/>
          <p:nvPr/>
        </p:nvSpPr>
        <p:spPr>
          <a:xfrm>
            <a:off x="571500" y="122426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220712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1899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9747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475952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21975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219759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1804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31804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39652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39652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4749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4749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57328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57328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28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136713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https://media2.dev.to/dynamic/image/width=1000,height=420,fit=cover,gravity=auto,format=auto/https%3A%2F%2Fdev-to-uploads.s3.amazonaws.com%2Fuploads%2Farticles%2Fnzzx04rxqtw82opvpdol.png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181094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dev.to</a:t>
            </a:r>
            <a:endParaRPr/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556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234999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https://blogger.googleusercontent.com/img/b/R29vZ2xl/AVvXsEjdXNmYRKw13_BHE7B7MMtqTTpJXBkgDzl2sH31t0L0_VCl9uJbWPS2yg0j0jz0XJovSYryM4NcSCAZdtTDsoRa2d6y3U84K9TDQYJSObLgaJXXh8juWmP6liqj_uirhZvKjR0dqYZ-J2mwTnmEIYIKfAoC9BY3yL2xhfLD_NbwVKzekKwoI3u4iSzU44Xn/s1700-e365/hackers.jpg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27938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thehackernews.com</a:t>
            </a:r>
            <a:endParaRPr/>
          </a:p>
        </p:txBody>
      </p:sp>
      <p:pic>
        <p:nvPicPr>
          <p:cNvPr id="265" name="Google Shape;26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39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33328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https://png.pngtree.com/png-clipart/20250303/original/pngtree-ai-brain-neural-network-icon-transparent-png-image_20555961.png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35785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id="268" name="Google Shape;268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24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41176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https://i.ytimg.com/vi/6Ni-sNIrgrg/hq720.jpg?sqp=-oaymwEhCK4FEIIDSFryq4qpAxMIARUAAAAAGAElAADIQj0AgKJD&amp;rs=AOn4CLA_TjaED6WrEa5M617FhxYQaUDX3g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43633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www.youtube.com</a:t>
            </a:r>
            <a:endParaRPr/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080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490239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https://tailadmin.com/_next/image?url=https%3A%2F%2Fcdn.sanity.io%2Fimages%2Fhkc8ojqt%2Fproduction%2F019ee843ffa7181d1d7802c0eff7ea93610ffa12-1800x855.png%3Ffit%3Dmax%26auto%3Dformat&amp;w=3840&amp;q=75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53462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tailadmin.com</a:t>
            </a:r>
            <a:endParaRPr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918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58852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https://png.pngtree.com/png-vector/20250902/ourlarge/pngtree-justice-scales-gavel-law-books-legal-system-icon-png-image_17354437.webp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613097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71500" y="340369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/>
          <p:nvPr/>
        </p:nvSpPr>
        <p:spPr>
          <a:xfrm>
            <a:off x="571500" y="299189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71500" y="3767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413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1666875" y="31347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https://miro.medium.com/v2/resize:fit:1400/1*hOEMNCmhdSVBGVjrqhKlug.png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1666875" y="33804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towardsaws.com</a:t>
            </a:r>
            <a:endParaRPr/>
          </a:p>
        </p:txBody>
      </p:sp>
      <p:pic>
        <p:nvPicPr>
          <p:cNvPr id="289" name="Google Shape;28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5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1666875" y="391953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https://static.vecteezy.com/system/resources/thumbnails/077/017/725/small_2x/futuristic-digital-grid-with-glowing-purple-geometric-lines-and-abstract-perspective-for-modern-tech-backgrounds-video.jpg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1666875" y="43633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Widescreen</PresentationFormat>
  <Paragraphs>80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Urbanist</vt:lpstr>
      <vt:lpstr>Inter</vt:lpstr>
      <vt:lpstr>Calibri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Stella Patri</cp:lastModifiedBy>
  <cp:revision>1</cp:revision>
  <dcterms:modified xsi:type="dcterms:W3CDTF">2026-04-26T17:02:29Z</dcterms:modified>
</cp:coreProperties>
</file>